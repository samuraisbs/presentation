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— это совокупность организаций и отношений между гражданами и государством. Оно включает в себя некоммерческие организации (НКО), профсоюзы, ассоциации и социальные группы. Гражданское общество играет важную роль в формировании и развитии правового государства, так как способствует участию граждан в управлении и контролю за действиями власти.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НКО, профсоюзы, ассоциации и социальные группы являются ключевыми элементами гражданского общества. Они способствуют защите прав и свобод граждан, развитию демократии и укреплению правового государства. Эти организации могут оказывать влияние на принятие решений и контроль за их исполнением, что делает их важными участниками в системе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Правовое государство — это государство, в котором власть ограничена законом, а права и свободы граждан защищены. В правовом государстве действуют принципы верховенства закона, разделения властей и защиты прав человека. Это обеспечивает баланс между властью и свободой граждан, создавая условия для справедливого и эффективного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Верховенство закона, разделение властей, защита прав и свобод граждан — основные принципы правового государства. Эти принципы гарантируют, что все граждане равны перед законом и имеют равные возможности для защиты своих прав. Они также способствуют укреплению доверия к власти и повышению уровня правовой культуры в обществе, что является основой для стабильного развития.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и правовое государство взаимодействуют через механизмы участия граждан в управлении, контроля за властью и защиты прав. Граждане могут участвовать в выборах, обращаться в суды, создавать НКО и таким образом влиять на принятие решений и контроль за их исполнением. Это способствует укреплению демократии и правового государства, обеспечивая активное участие граждан в жизни общества.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Проблемы в развитии гражданского общества и правового государства включают недостаток участия граждан, слабые механизмы контроля за властью и нарушения прав. Эти проблемы могут привести к снижению доверия к власти, усилению социальных напряжений и даже к политическим кризисам. Например, недостаточная активность граждан может привести к ослаблению контроля за действиями государственных органов, что, в свою очередь, может вызвать рост коррупции и нарушений прав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Перспективы развития гражданского общества и правового государства включают усиление участия граждан, развитие механизмов контроля и защиту прав. Это может быть достигнуто через образовательные программы, повышение правовой грамотности населения, укрепление институтов гражданского общества и совершенствование законодательства. Важно также создать условия для активного участия граждан в общественной жизни и обеспечить им доступ к информации о деятельности государственных органов.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Примеры успешного взаимодействия гражданского общества и правового государства включают успешные механизмы участия граждан в управлении и защиты прав. Например, в некоторых странах НКО успешно борются с коррупцией, защищают права человека и способствуют развитию демократии. Также существуют примеры, когда граждане через свои организации добивались принятия законов, направленных на защиту окружающей среды или улучшение условий труда.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Уроки успешного взаимодействия гражданского общества и правового государства включают важность участия граждан, развития механизмов контроля и защиты прав. Эти уроки показывают, что активное участие граждан и эффективное взаимодействие с государством могут способствовать укреплению демократии, правового государства и гражданского общества. Важно, чтобы граждане осознавали свою роль в обществе и активно использовали свои права для участия в управлении и контроля за действиями власти.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и правовое государство являются взаимозависимыми и взаимодополняющими элементами демократического общества. Развитие гражданского общества способствует укреплению правового государства, а правовое государство обеспечивает условия для развития гражданского общества. Для достижения этих целей необходимо активное участие граждан, развитие механизмов контроля и защита прав, что в конечном итоге приведёт к более справедливому и стабильному обществу.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4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>
              <a:alpha val="68000"/>
            </a:srgbClr>
          </a:solidFill>
          <a:ln w="12700">
            <a:solidFill>
              <a:srgbClr val="F7F3EC">
                <a:alpha val="68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19150" y="1200150"/>
            <a:ext cx="1314450" cy="57150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19150" y="1543050"/>
            <a:ext cx="68580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6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Гражданское общество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819150" y="35433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Гражданское общество и правовое государство показывает центральную проблему выступления.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19400" y="5181600"/>
            <a:ext cx="3143250" cy="1266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гражданского общества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НКО, профсоюзы, ассоциации и социальные группы являются ключевыми элементами гражданского общества. НКО, профсоюзы, ассоциации — ключевые элементы НКО, профсоюзы, ассоциации и социальные группы являются ключевыми элементами гражданского общества.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2990850" y="5295900"/>
            <a:ext cx="28003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НКО профсоюзы ассоциации ключевые элементы.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Правовое государство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факторы задают логику объяснения. Правовое государство — это государство, в котором власть ограничена законом, а права и свободы граждан защищены. В правовом государстве действуют принципы верховенства закона, разделения властей и защиты прав человека.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8200" y="1828800"/>
            <a:ext cx="3365500" cy="272415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13250" y="1828800"/>
            <a:ext cx="336550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88300" y="1828800"/>
            <a:ext cx="3365500" cy="272415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правового государства</a:t>
            </a:r>
            <a:endParaRPr lang="en-US" sz="2625" dirty="0"/>
          </a:p>
        </p:txBody>
      </p:sp>
      <p:sp>
        <p:nvSpPr>
          <p:cNvPr id="8" name="Text 5"/>
          <p:cNvSpPr/>
          <p:nvPr/>
        </p:nvSpPr>
        <p:spPr>
          <a:xfrm>
            <a:off x="106680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6680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Верховенство закона.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64185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4185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властей.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21690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1690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прав и свобод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371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00150" y="2743200"/>
            <a:ext cx="9791700" cy="1752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32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Взаимодействие гражданского общества и правового государства</a:t>
            </a:r>
            <a:endParaRPr lang="en-US" sz="3225" dirty="0"/>
          </a:p>
        </p:txBody>
      </p:sp>
      <p:sp>
        <p:nvSpPr>
          <p:cNvPr id="6" name="Text 3"/>
          <p:cNvSpPr/>
          <p:nvPr/>
        </p:nvSpPr>
        <p:spPr>
          <a:xfrm>
            <a:off x="1371600" y="2857500"/>
            <a:ext cx="944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Гражданское общество и правовое государство взаимодействуют через механизмы участия граждан в управлении, контроля за властью и защиты прав. Механизмы участия граждан в управлении Гражданское общество и правовое государство взаимодействуют через механизмы участия граждан в управлении, контроля за властью и защиты прав.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0750" y="2571750"/>
            <a:ext cx="7810500" cy="236220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850" y="1638300"/>
            <a:ext cx="10782300" cy="7620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Проблемы развития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876300" y="1752600"/>
            <a:ext cx="1043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в развитии гражданского общества и правового государства включают недостаток участия граждан, слабые механизмы контроля за властью и.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400300" y="2800350"/>
            <a:ext cx="739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C2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400300" y="3390900"/>
            <a:ext cx="7391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Недостаток участия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3048000"/>
            <a:ext cx="10553700" cy="2857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700" y="1752600"/>
            <a:ext cx="10896600" cy="1219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" y="33528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6800" y="32004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53150" y="33528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32004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9150" y="43434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6800" y="41910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700" y="5362575"/>
            <a:ext cx="3619500" cy="685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Перспективы развития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19150" y="1866900"/>
            <a:ext cx="10553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 гражданского общества и правового государства предполагает усиление участия граждан и развитие механизмов контроля.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238250" y="33147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Усиление участия граждан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572250" y="33147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механизмов контроля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38250" y="43053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прав граждан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19150" y="5476875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— Гражданское общество - это совокупность организаций и отношений между гражданами и...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0750" y="2571750"/>
            <a:ext cx="7810500" cy="236220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850" y="1638300"/>
            <a:ext cx="10782300" cy="7620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Примеры успешного взаимодействия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876300" y="1752600"/>
            <a:ext cx="1043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помогает увидеть исходную ситуацию.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400300" y="2800350"/>
            <a:ext cx="739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C2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400300" y="3390900"/>
            <a:ext cx="7391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Успешные механизмы участия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762750" cy="6858000"/>
          </a:xfrm>
          <a:prstGeom prst="rect">
            <a:avLst/>
          </a:prstGeom>
          <a:solidFill>
            <a:srgbClr val="F7F3EC">
              <a:alpha val="96000"/>
            </a:srgbClr>
          </a:solidFill>
          <a:ln w="12700">
            <a:solidFill>
              <a:srgbClr val="F7F3EC">
                <a:alpha val="96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00100" y="1162050"/>
            <a:ext cx="876300" cy="4762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00100" y="5219700"/>
            <a:ext cx="3143250" cy="971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71550" y="5334000"/>
            <a:ext cx="2800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Важность участия граждан.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00100" y="14668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2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Уроки успешного взаимодействия</a:t>
            </a:r>
            <a:endParaRPr lang="en-US" sz="3225" dirty="0"/>
          </a:p>
        </p:txBody>
      </p:sp>
      <p:sp>
        <p:nvSpPr>
          <p:cNvPr id="9" name="Text 5"/>
          <p:cNvSpPr/>
          <p:nvPr/>
        </p:nvSpPr>
        <p:spPr>
          <a:xfrm>
            <a:off x="800100" y="2952750"/>
            <a:ext cx="52197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факторы задают логику объяснения.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300" y="1752600"/>
            <a:ext cx="6438900" cy="1657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4476750"/>
            <a:ext cx="6096000" cy="4762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53300" y="1790700"/>
            <a:ext cx="4133850" cy="552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2590800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96200" y="2400300"/>
            <a:ext cx="3790950" cy="10191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3648075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96200" y="3457575"/>
            <a:ext cx="3790950" cy="1276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3800" y="4962525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6200" y="4772025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666750" y="18669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Гражданское общество и правовое государство являются взаимозависимыми и взаимодополняющими элементами демократического общества.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524750" y="1905000"/>
            <a:ext cx="3790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мысли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67650" y="2514600"/>
            <a:ext cx="34480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Взаимозависимость гражданского общества и правового государства.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67650" y="3571875"/>
            <a:ext cx="34480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гражданского общества способствует укреплению правового государства.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67650" y="4886325"/>
            <a:ext cx="34480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механизмов контроля и защита прав.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Гражданское общество и правовое государство</dc:title>
  <dc:subject>university_report</dc:subject>
  <dc:creator>StudyDeck AI</dc:creator>
  <cp:lastModifiedBy>StudyDeck AI</cp:lastModifiedBy>
  <cp:revision>1</cp:revision>
  <dcterms:created xsi:type="dcterms:W3CDTF">2026-07-04T08:24:30Z</dcterms:created>
  <dcterms:modified xsi:type="dcterms:W3CDTF">2026-07-04T08:24:30Z</dcterms:modified>
</cp:coreProperties>
</file>