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3716000" cy="8382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M — это серия спортивных автомобилей BMW, которые стали культовыми благодаря своей мощности, дизайну и инновационным технологиям. Эти автомобили выделяются на фоне других моделей благодаря своему уникальному стилю и выдающимся характеристикам. Они завоевали сердца многих автолюбителей по всему миру.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Некоторые из самых культовых моделей BMW M включают BMW 328, BMW M3 и BMW 8 серии. Эти автомобили не только стали символами своего времени, но и оказали значительное влияние на развитие автомобильной индустрии. Каждая из этих моделей имеет свои уникальные особенности и характеристики.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328 — это революционный спортивный автомобиль, который доминировал в гонках и установил новые стандарты в автомобильной технике. Он был представлен в 1936 году и стал одним из самых значимых автомобилей своего времени. Его успех на гоночных трассах сделал его легендой.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BMW M3 в кузове E30, появившийся в 1986 году, стал одной из самых популярных моделей BMW M. Его мощный двигатель и выдающиеся динамические характеристики сделали его любимцем среди автолюбителей. BMW M3 продолжает быть иконой в мире спортивных автомобилей.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поколение BMW 8 серии получило множество модификаций и выпускалось до 1999 года. Этот автомобиль был известен своим элегантным дизайном и передовыми технологиями. Он стал символом роскоши и статуса, привлекая внимание своей уникальностью и мощностью.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оказали значительное влияние на развитие автомобильной индустрии и стали культовыми среди автолюбителей. Их инновационные технологии и выдающиеся характеристики вдохновили многие другие производители. BMW M продолжает оставаться эталоном качества и производительности.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стали культовыми благодаря своей мощности, дизайну и инновационным технологиям. Они не только завоевали сердца автолюбителей, но и оказали значительное влияние на развитие автомобильной индустрии. Их успех является примером того, как инновации и качество могут привести к созданию культовых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Некоторые из самых культовых моделей BMW M включают BMW 328, BMW M3 и BMW 8 серии. Эти автомобили стали символами своего времени и оказали значительное влияние на автомобильный мир. Их успех и популярность продолжают вдохновлять новых автолюбителей.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стали культовыми благодаря своей мощности, дизайну и инновационным технологиям. Их влияние на автомобильную индустрию и популярность среди автолюбителей делают их значимыми и важными для истории автомобилестроения.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BMW M оказали значительное влияние на развитие автомобильной индустрии и стали культовыми среди автолюбителей. Их успех и популярность являются примером того, как инновации, качество и уникальный дизайн могут привести к созданию культовых моделей, которые будут цениться многими поколениями.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09800" y="1733550"/>
            <a:ext cx="9296400" cy="17145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590800" y="3562350"/>
            <a:ext cx="853440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57450" y="1885950"/>
            <a:ext cx="88011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историю BMW M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2762250" y="367665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завоевали сердца многих автолюбителей по всему миру.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Исторический контекст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из этих моделей имеет свои уникальные особенности и характеристики.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328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 успех на гоночных трассах сделал его легендой.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M3 продолжает быть иконой в мире спортивных автомобилей.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8 серии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Этот автомобиль был известен своим элегантным дизайном и передовыми технологиями.</a:t>
            </a:r>
            <a:endParaRPr 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BMW 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 продолжает оставаться эталоном качества и производительности.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стали культовыми благодаря своей мощности, дизайну и инновационным технологиям.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Уроки для политики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успех и популярность продолжают вдохновлять новых автолюбителей.</a:t>
            </a:r>
            <a:endParaRPr lang="en-US" sz="3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76375" y="1143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2514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24025" y="1295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культовых моделей на любовь владельцев к BMW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00250" y="2628900"/>
            <a:ext cx="9696450" cy="334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стали культовыми благодаря своей мощности, дизайну и инновационным технологиям. Культовые модели BMW M стали символом страсти к скорости и инновациям, что способствовало росту любви владельцев к марке. Как культовые модели BMW M повлияли на любовь владельцев к марке.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71575" y="1143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57300" y="2514600"/>
            <a:ext cx="6438900" cy="1657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28750" y="5238750"/>
            <a:ext cx="6096000" cy="47625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15300" y="2552700"/>
            <a:ext cx="4133850" cy="552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05800" y="3352800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58200" y="3162300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05800" y="4333875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58200" y="4143375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05800" y="5314950"/>
            <a:ext cx="114300" cy="114300"/>
          </a:xfrm>
          <a:prstGeom prst="ellipse">
            <a:avLst/>
          </a:prstGeom>
          <a:solidFill>
            <a:srgbClr val="1B9A77"/>
          </a:solidFill>
          <a:ln w="12700">
            <a:solidFill>
              <a:srgbClr val="1B9A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8200" y="5124450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D9E2EC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19225" y="1295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428750" y="2628900"/>
            <a:ext cx="6096000" cy="2866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BMW M оказали значительное влияние на развитие автомобильной индустрии и стали культовыми среди автолюбителей.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8286750" y="2667000"/>
            <a:ext cx="3790950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мысли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8629650" y="3276600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серия спортивных автомобилей BMW.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8629650" y="4257675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тему презентации.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8629650" y="5238750"/>
            <a:ext cx="344805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025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революционный спортивный автомобиль.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BMW M и культовые модели за всё время</dc:title>
  <dc:subject>university_report</dc:subject>
  <dc:creator>StudyDeck AI</dc:creator>
  <cp:lastModifiedBy>StudyDeck AI</cp:lastModifiedBy>
  <cp:revision>1</cp:revision>
  <dcterms:created xsi:type="dcterms:W3CDTF">2026-07-21T12:54:25Z</dcterms:created>
  <dcterms:modified xsi:type="dcterms:W3CDTF">2026-07-21T12:54:25Z</dcterms:modified>
</cp:coreProperties>
</file>