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BMW M — это серия спортивных автомобилей BMW, которые стали культовыми благодаря своей мощности, дизайну и инновационным технологиям. Эти автомобили выделяются на фоне других моделей благодаря своему уникальному стилю и выдающимся характеристикам. Они завоевали сердца многих автолюбителей по всему миру.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Некоторые из самых культовых моделей BMW M включают BMW 328, BMW M3 и BMW 8 серии. Эти автомобили не только стали символами своего времени, но и оказали значительное влияние на развитие автомобильной индустрии. Каждая из этих моделей имеет свои уникальные особенности и характеристики.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BMW 328 — это революционный спортивный автомобиль, который доминировал в гонках и установил новые стандарты в автомобильной технике. Он был представлен в 1936 году и стал одним из самых значимых автомобилей своего времени. Его успех на гоночных трассах сделал его легендой.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BMW M3 в кузове E30, появившийся в 1986 году, стал одной из самых популярных моделей BMW M. Его мощный двигатель и выдающиеся динамические характеристики сделали его любимцем среди автолюбителей. BMW M3 продолжает быть иконой в мире спортивных автомобилей.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Первое поколение BMW 8 серии получило множество модификаций и выпускалось до 1999 года. Этот автомобиль был известен своим элегантным дизайном и передовыми технологиями. Он стал символом роскоши и статуса, привлекая внимание своей уникальностью и мощностью.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Модели BMW M оказали значительное влияние на развитие автомобильной индустрии и стали культовыми среди автолюбителей. Их инновационные технологии и выдающиеся характеристики вдохновили многие другие производители. BMW M продолжает оставаться эталоном качества и производительности.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Модели BMW M стали культовыми благодаря своей мощности, дизайну и инновационным технологиям. Они не только завоевали сердца автолюбителей, но и оказали значительное влияние на развитие автомобильной индустрии. Их успех является примером того, как инновации и качество могут привести к созданию культовых моделей.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Некоторые из самых культовых моделей BMW M включают BMW 328, BMW M3 и BMW 8 серии. Эти автомобили стали символами своего времени и оказали значительное влияние на автомобильный мир. Их успех и популярность продолжают вдохновлять новых автолюбителей.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Модели BMW M стали культовыми благодаря своей мощности, дизайну и инновационным технологиям. Их влияние на автомобильную индустрию и популярность среди автолюбителей делают их значимыми и важными для истории автомобилестроения.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Модели BMW M оказали значительное влияние на развитие автомобильной индустрии и стали культовыми среди автолюбителей. Их успех и популярность являются примером того, как инновации, качество и уникальный дизайн могут привести к созданию культовых моделей, которые будут цениться многими поколениями.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47800" y="971550"/>
            <a:ext cx="9296400" cy="17145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828800" y="2800350"/>
            <a:ext cx="8534400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695450" y="1123950"/>
            <a:ext cx="88011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3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 в историю BMW M</a:t>
            </a:r>
            <a:endParaRPr lang="en-US" sz="4350" dirty="0"/>
          </a:p>
        </p:txBody>
      </p:sp>
      <p:sp>
        <p:nvSpPr>
          <p:cNvPr id="6" name="Text 3"/>
          <p:cNvSpPr/>
          <p:nvPr/>
        </p:nvSpPr>
        <p:spPr>
          <a:xfrm>
            <a:off x="2000250" y="2914650"/>
            <a:ext cx="8191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2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Они завоевали сердца многих автолюбителей по всему миру.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381000"/>
            <a:ext cx="10734675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66800" y="1752600"/>
            <a:ext cx="10039350" cy="28384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2025" y="533400"/>
            <a:ext cx="102393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Исторический контекст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238250" y="1866900"/>
            <a:ext cx="9696450" cy="2609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из этих моделей имеет свои уникальные особенности и характеристики.</a:t>
            </a:r>
            <a:endParaRPr lang="en-US" sz="3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381000"/>
            <a:ext cx="10734675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66800" y="1752600"/>
            <a:ext cx="10039350" cy="28384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2025" y="533400"/>
            <a:ext cx="102393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BMW 328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238250" y="1866900"/>
            <a:ext cx="9696450" cy="2609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Его успех на гоночных трассах сделал его легендой.</a:t>
            </a:r>
            <a:endParaRPr lang="en-US" sz="3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381000"/>
            <a:ext cx="10734675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66800" y="1752600"/>
            <a:ext cx="10039350" cy="28384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2025" y="533400"/>
            <a:ext cx="102393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BMW M3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238250" y="1866900"/>
            <a:ext cx="9696450" cy="2609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BMW M3 продолжает быть иконой в мире спортивных автомобилей.</a:t>
            </a:r>
            <a:endParaRPr lang="en-US" sz="3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381000"/>
            <a:ext cx="10734675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66800" y="1752600"/>
            <a:ext cx="10039350" cy="28384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2025" y="533400"/>
            <a:ext cx="102393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BMW 8 серии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238250" y="1866900"/>
            <a:ext cx="9696450" cy="2609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Этот автомобиль был известен своим элегантным дизайном и передовыми технологиями.</a:t>
            </a:r>
            <a:endParaRPr lang="en-US" sz="3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381000"/>
            <a:ext cx="10734675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66800" y="1752600"/>
            <a:ext cx="10039350" cy="28384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2025" y="533400"/>
            <a:ext cx="102393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Влияние BMW M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238250" y="1866900"/>
            <a:ext cx="9696450" cy="2609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BMW M продолжает оставаться эталоном качества и производительности.</a:t>
            </a:r>
            <a:endParaRPr lang="en-US" sz="3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381000"/>
            <a:ext cx="10734675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66800" y="1752600"/>
            <a:ext cx="10039350" cy="28384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2025" y="533400"/>
            <a:ext cx="102393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238250" y="1866900"/>
            <a:ext cx="9696450" cy="2609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BMW M стали культовыми благодаря своей мощности, дизайну и инновационным технологиям.</a:t>
            </a:r>
            <a:endParaRPr lang="en-US" sz="3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381000"/>
            <a:ext cx="10734675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66800" y="1752600"/>
            <a:ext cx="10039350" cy="28384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2025" y="533400"/>
            <a:ext cx="102393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Уроки для политики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238250" y="1866900"/>
            <a:ext cx="9696450" cy="2609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Их успех и популярность продолжают вдохновлять новых автолюбителей.</a:t>
            </a:r>
            <a:endParaRPr lang="en-US" sz="3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381000"/>
            <a:ext cx="10734675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66800" y="1752600"/>
            <a:ext cx="10039350" cy="28384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2025" y="533400"/>
            <a:ext cx="102393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Влияние культовых моделей на любовь владельцев к BMW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238250" y="1866900"/>
            <a:ext cx="9696450" cy="3344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BMW M стали культовыми благодаря своей мощности, дизайну и инновационным технологиям. Культовые модели BMW M стали символом страсти к скорости и инновациям, что способствовало росту любви владельцев к марке. Как культовые модели BMW M повлияли на любовь владельцев к марке.</a:t>
            </a:r>
            <a:endParaRPr lang="en-US" sz="3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09575" y="381000"/>
            <a:ext cx="11372850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95300" y="1752600"/>
            <a:ext cx="6438900" cy="16573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4476750"/>
            <a:ext cx="6096000" cy="47625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53300" y="1790700"/>
            <a:ext cx="4133850" cy="5524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43800" y="2590800"/>
            <a:ext cx="114300" cy="114300"/>
          </a:xfrm>
          <a:prstGeom prst="ellipse">
            <a:avLst/>
          </a:prstGeom>
          <a:solidFill>
            <a:srgbClr val="1B9A77"/>
          </a:solidFill>
          <a:ln w="12700">
            <a:solidFill>
              <a:srgbClr val="1B9A7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96200" y="2400300"/>
            <a:ext cx="3790950" cy="752475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43800" y="3571875"/>
            <a:ext cx="114300" cy="114300"/>
          </a:xfrm>
          <a:prstGeom prst="ellipse">
            <a:avLst/>
          </a:prstGeom>
          <a:solidFill>
            <a:srgbClr val="1B9A77"/>
          </a:solidFill>
          <a:ln w="12700">
            <a:solidFill>
              <a:srgbClr val="1B9A7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96200" y="3381375"/>
            <a:ext cx="3790950" cy="752475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43800" y="4552950"/>
            <a:ext cx="114300" cy="114300"/>
          </a:xfrm>
          <a:prstGeom prst="ellipse">
            <a:avLst/>
          </a:prstGeom>
          <a:solidFill>
            <a:srgbClr val="1B9A77"/>
          </a:solidFill>
          <a:ln w="12700">
            <a:solidFill>
              <a:srgbClr val="1B9A7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96200" y="4362450"/>
            <a:ext cx="3790950" cy="752475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7225" y="533400"/>
            <a:ext cx="108775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66750" y="1866900"/>
            <a:ext cx="6096000" cy="2866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BMW M оказали значительное влияние на развитие автомобильной индустрии и стали культовыми среди автолюбителей.</a:t>
            </a:r>
            <a:endParaRPr lang="en-US" sz="3300" dirty="0"/>
          </a:p>
        </p:txBody>
      </p:sp>
      <p:sp>
        <p:nvSpPr>
          <p:cNvPr id="15" name="Text 12"/>
          <p:cNvSpPr/>
          <p:nvPr/>
        </p:nvSpPr>
        <p:spPr>
          <a:xfrm>
            <a:off x="7524750" y="1905000"/>
            <a:ext cx="3790950" cy="325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мысли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7867650" y="2514600"/>
            <a:ext cx="344805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2025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серия спортивных автомобилей BMW.</a:t>
            </a:r>
            <a:endParaRPr lang="en-US" sz="2025" dirty="0"/>
          </a:p>
        </p:txBody>
      </p:sp>
      <p:sp>
        <p:nvSpPr>
          <p:cNvPr id="17" name="Text 14"/>
          <p:cNvSpPr/>
          <p:nvPr/>
        </p:nvSpPr>
        <p:spPr>
          <a:xfrm>
            <a:off x="7867650" y="3495675"/>
            <a:ext cx="344805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2025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 в тему презентации.</a:t>
            </a:r>
            <a:endParaRPr lang="en-US" sz="2025" dirty="0"/>
          </a:p>
        </p:txBody>
      </p:sp>
      <p:sp>
        <p:nvSpPr>
          <p:cNvPr id="18" name="Text 15"/>
          <p:cNvSpPr/>
          <p:nvPr/>
        </p:nvSpPr>
        <p:spPr>
          <a:xfrm>
            <a:off x="7867650" y="4476750"/>
            <a:ext cx="344805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2025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революционный спортивный автомобиль.</a:t>
            </a:r>
            <a:endParaRPr lang="en-US" sz="20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BMW M и культовые модели за всё время</dc:title>
  <dc:subject>university_report</dc:subject>
  <dc:creator>StudyDeck AI</dc:creator>
  <cp:lastModifiedBy>StudyDeck AI</cp:lastModifiedBy>
  <cp:revision>1</cp:revision>
  <dcterms:created xsi:type="dcterms:W3CDTF">2026-07-21T12:54:25Z</dcterms:created>
  <dcterms:modified xsi:type="dcterms:W3CDTF">2026-07-21T12:54:25Z</dcterms:modified>
</cp:coreProperties>
</file>